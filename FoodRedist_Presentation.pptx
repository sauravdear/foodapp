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31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FoodRedist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017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F4F6"/>
                </a:solidFill>
              </a:rPr>
              <a:t>Perishable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4930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F4F6"/>
                </a:solidFill>
              </a:rPr>
              <a:t>Stock Redistribution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1605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7F3D0"/>
                </a:solidFill>
              </a:rPr>
              <a:t>MERN Stack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371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Khaana Expire Hone Se Bachao,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9202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Sahi Store Tak Pahuncho!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9748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Ek aisa system jo track karta hai perishable
food items ko, calculate karta hai har store ki
selling speed, aur suggest karta hai ki kahan
se kahan transfer karna chahiye — expire hone
se pehle.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6035040"/>
            <a:ext cx="13716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6035040"/>
            <a:ext cx="13716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Express.js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6035040"/>
            <a:ext cx="13716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6035040"/>
            <a:ext cx="13716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Problem Kya Hai?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Grocery stores mein roz ka struggle — waste vs. shortage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F4444"/>
                </a:solidFill>
              </a:rPr>
              <a:t>😟 Real-World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577840" cy="1874519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🗑️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Ek store mein 100 units milk padi hai jo kal expire hogi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Par wahan customers kum aate hain — sab waste ho jaayega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577840" cy="1874519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4864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011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Doosre store mein milk ki demand zyada 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Par stock sirf 5 units bachi hai — customers khali haath jaate 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577840" cy="1874519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4864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14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Koi system nahi hai jo ye bataye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Manager ko manually pata karna padta hai — tab tak der ho jaati hai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31920"/>
            <a:ext cx="5577840" cy="1874519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4864" cy="187451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114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Result: Crores ka food waste har saal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617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Aur saath mein unhappy customers bhi — double loss!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4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062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</a:rPr>
              <a:t>✅  FoodRedist iska solution hai — real-time tracking + automated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Hamaara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FoodRedist — Smart redistribution, zero waste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CA3AF"/>
                </a:solidFill>
              </a:rPr>
              <a:t>System kaise kaam karta hai — 3 simple steps: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657600" cy="4480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Real-time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32918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Har store ki inventory track hoti hai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Expiry dates monitor hoti hain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Sales velocity calculate hoti 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657600" cy="4480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3736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Velocity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834640"/>
            <a:ext cx="32918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Algorithm decide karta hai — kaunsa store slow hai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Surplus units calculate hote hain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Best match dhundha jaata hai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737360"/>
            <a:ext cx="3657600" cy="4480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87451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8745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1-Click Transfer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834640"/>
            <a:ext cx="3291840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944368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Manager ko recommendation milti hai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Confirm karo — transfer ho jaata hai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3F4F6"/>
                </a:solidFill>
              </a:rPr>
              <a:t>  ▸  Audit log automatically banta hai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 Stack — MERN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Kaunsi technologies use hui hain aur kyun?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2377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21991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NoSQL document database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Flexible schema — perfect for inventory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Mongoose ORM se models banaye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Atlas cloud ya local dono pe run karta hai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2377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57784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7316"/>
                </a:solidFill>
              </a:rP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Backend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21991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Node.js ke upar REST API banata hai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Routes: /api/inventory, /api/stores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Middleware: CORS, JSON parsing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Clean MVC architecture follow kiya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577840" cy="2377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5577840" cy="6400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9651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1DBFB"/>
                </a:solidFill>
              </a:rPr>
              <a:t>React.js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Frontend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28031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Component-based UI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Context API for global state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React Router for navigation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Tailwind CSS for dark theme styling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931920"/>
            <a:ext cx="5577840" cy="2377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931920"/>
            <a:ext cx="5577840" cy="64008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96511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8A063"/>
                </a:solidFill>
              </a:rP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28031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JavaScript runtime on server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npm packages manage karta hai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Async/await for DB operations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CA3AF"/>
                </a:solidFill>
              </a:rPr>
              <a:t>✓  ES Modules (import/export) syntax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3 Mongoose models — data kaise store hota 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5029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📦  FoodItem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84831"/>
            <a:ext cx="3291840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name        → item ka naam (Greek Yogurt)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sku         → unique product code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batchNumber → manufacturing batch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expirationDate → expire kab hoga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basePrice   → kitne ka hai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657600" cy="5029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36576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🏪 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84831"/>
            <a:ext cx="3291840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storeName   → store ka naam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location    → address, city, state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inventory[] → array of items: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onsolas"/>
              </a:rPr>
              <a:t>  • foodItemId  (ref → FoodItem)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onsolas"/>
              </a:rPr>
              <a:t>  • currentStock (number)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9CA3AF"/>
                </a:solidFill>
                <a:latin typeface="Consolas"/>
              </a:rPr>
              <a:t>  • salesVelocity (units/day)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25880"/>
            <a:ext cx="3657600" cy="5029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25880"/>
            <a:ext cx="36576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📋  TransferLog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084831"/>
            <a:ext cx="3291840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148840"/>
            <a:ext cx="3337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foodItemId       → kaunsa item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sourceStoreId    → kahan se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destinationStoreId → kahan tak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quantity         → kitna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status           → Pending/Completed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F3F4F6"/>
                </a:solidFill>
                <a:latin typeface="Consolas"/>
              </a:rPr>
              <a:t>timestamp        → kab hua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Velocity Engine — Dimaag of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services/velocityEngine.js — yahi decide karta hai kahan se kahan jaaye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🧮  Core Formula: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533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daysToSellOut  =  currentStock  ÷  salesVelocity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Agar  daysToSellOut  &gt;  daysUntilExpiry  →  SLOW store  |  Velocity ≥ threshold AND stock low  →  FAST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394960" cy="4023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53949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4444"/>
                </a:solidFill>
              </a:rPr>
              <a:t>🐢  SLOW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074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salesVelocity kum hai (&lt; threshold)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daysToSellOut &gt; daysUntilExpiry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Matlab: ye store expire hone se pehle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Consolas"/>
              </a:rPr>
              <a:t>  stock khatam nahi kar paayega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Surplus units calculate hote hain: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Consolas"/>
              </a:rPr>
              <a:t>  surplus = stock − (velocity × daysLeft)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68880"/>
            <a:ext cx="5394960" cy="40233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0B981"/>
                </a:solidFill>
              </a:rPr>
              <a:t>🚀  FAST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5074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salesVelocity &gt;= threshold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currentStock &lt;= lowStockGuard (20 units)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Matlab: yahan demand zyada hai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Consolas"/>
              </a:rPr>
              <a:t>  par stock khatam ho rahi hai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F3F4F6"/>
                </a:solidFill>
                <a:latin typeface="Calibri"/>
              </a:rPr>
              <a:t>Demand gap calculate hota hai: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CA3AF"/>
                </a:solidFill>
                <a:latin typeface="Consolas"/>
              </a:rPr>
              <a:t>  gap = (velocity × daysLeft) −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AB308"/>
                </a:solidFill>
              </a:rPr>
              <a:t>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AB308"/>
                </a:solidFill>
              </a:rPr>
              <a:t>Match!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Express routes — frontend in se data maangti 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/api/inventory/recommendations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Velocity engine run karta 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21991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Query params: expiryWindowDays, velocityThreshold, lowStockGuard  •  Returns: expiring items + recommended transfers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64008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490472"/>
            <a:ext cx="77724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904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/api/inventory/transfer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Transfer execute karta 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21991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Body: { foodItemId, sourceStoreId, destinationStoreId, quantity }  •  Step 1: Source store ka stock decrement hota hai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64008" cy="1645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273552"/>
            <a:ext cx="77724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735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246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/api/inventory/transfers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Puri history dikhata hai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0507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Populated data: item name, store names  •  Sorted by timestamp (newest first)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10896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108960"/>
            <a:ext cx="64008" cy="1645920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3273552"/>
            <a:ext cx="777240" cy="34747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7355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246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/api/stores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Sabhi stores list karta hai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0507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Har store ki full inventory  •  FoodItem details bhi populate hoti hain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64008" cy="16459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056631"/>
            <a:ext cx="777240" cy="347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05663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PATCH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19" y="50292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/api/stores/:id/inventory/:fid/velocity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440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Velocity update karta hai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8815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Ek specific item ki salesVelocity update hoti hai  •  Velocity engine ke baad call hota hai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892040"/>
            <a:ext cx="5577840" cy="1645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892040"/>
            <a:ext cx="64008" cy="1645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46520" y="5056631"/>
            <a:ext cx="77724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056631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</a:rP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0292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/api/health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440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CA3AF"/>
                </a:solidFill>
              </a:rPr>
              <a:t>Server status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78815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  •  Returns: { status: 'ok', timestamp }  •  Debugging ke liye useful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Frontend UI — Kya Dikhta Hai?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React components — user kya dekhta aur karta hai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2331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Navbar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Top navigation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Dashboard aur Transfers ke beech navigate karo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Active page highlight hoti hai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FoodRedist logo dono pe dikhta hai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577840" cy="2331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5778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63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StockAlerts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Dashboard — Left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4028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Har expiring item ka card dikhta hai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Color: Red (1 din), Orange (2 din), Yellow (3 din)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Item name, SKU, batch, velocity info shown hoti hai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Recommended transfer quantity dikhti hai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5577840" cy="2331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557784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1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TransferPanel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Dashboard — Right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Kisi bhi alert pe click karo → panel mein details aate hain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Quantity edit kar sakte ho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Confirm Transfer → API call → DB update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Success/error message instantly dikhta hai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86200"/>
            <a:ext cx="5577840" cy="2331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86200"/>
            <a:ext cx="5577840" cy="64008"/>
          </a:xfrm>
          <a:prstGeom prst="rect">
            <a:avLst/>
          </a:prstGeom>
          <a:solidFill>
            <a:srgbClr val="A77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50791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023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78FA"/>
                </a:solidFill>
              </a:rPr>
              <a:t>Transfers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389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CA3AF"/>
                </a:solidFill>
              </a:rPr>
              <a:t>History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5257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Saare completed transfers ki list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Har entry mein: item, from store, to store, qty,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Status badge: green (Completed), yellow (Pending)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3F4F6"/>
                </a:solidFill>
              </a:rPr>
              <a:t>▸  Newest pehle dikhta hai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Ek transfer request ka poora safar — DB se UI tak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1691640" cy="6400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 Atlas /
Local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834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011680"/>
            <a:ext cx="1691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322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Velocity Engine
velocityEngine.js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0B981"/>
                </a:solidFill>
              </a:rPr>
              <a:t>Backend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7" y="2834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2011680"/>
            <a:ext cx="169164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346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Express
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97316"/>
                </a:solidFill>
              </a:rPr>
              <a:t>inventoryController.js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834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011680"/>
            <a:ext cx="169164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37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REST API
/api/inventory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78BFA"/>
                </a:solidFill>
              </a:rPr>
              <a:t>HTTP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2834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011680"/>
            <a:ext cx="1691640" cy="6400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39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
AppContext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DBFB"/>
                </a:solidFill>
              </a:rPr>
              <a:t>State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28346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2011680"/>
            <a:ext cx="1691640" cy="2560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2011680"/>
            <a:ext cx="1691640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8418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72491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
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4290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AB308"/>
                </a:solidFill>
              </a:rPr>
              <a:t>User Interface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1️⃣  Manager dashboard open karta hai → React frontend /api/recommendations pe GET request bhejta hai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2️⃣  Express controller velocityEngine.analyzeInventory() call karta hai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3️⃣  Velocity Engine MongoDB se expiring items aur stores fetch karta hai, slow/fast classify karta hai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4️⃣  Recommendations JSON mein wapas aate hain → AppContext mein store hote hain → StockAlerts render hota hai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5️⃣  Manager ek alert select karta hai, quantity confirm karta hai → POST /api/inventory/transfer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9CA3AF"/>
                </a:solidFill>
              </a:rPr>
              <a:t>6️⃣  Controller source stock decrement, destination increment, TransferLog create karta hai → 201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Project Kaise Run Karte Hain?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Setup se lekar live demo tak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5212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521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🚀  Quick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50" b="1">
                <a:solidFill>
                  <a:srgbClr val="10B981"/>
                </a:solidFill>
                <a:latin typeface="Calibri"/>
              </a:rPr>
              <a:t>OPTION A — One Click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F3F4F6"/>
                </a:solidFill>
                <a:latin typeface="Calibri"/>
              </a:rPr>
              <a:t>Double-click  start.bat  in food_app/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alibri"/>
              </a:rPr>
              <a:t>MongoDB + Backend + Frontend sab start!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F97316"/>
                </a:solidFill>
                <a:latin typeface="Calibri"/>
              </a:rPr>
              <a:t>OPTION B — Manual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onsolas"/>
              </a:rPr>
              <a:t># Terminal 1 — Backend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86EFAC"/>
                </a:solidFill>
                <a:latin typeface="Consolas"/>
              </a:rPr>
              <a:t>cd backend  &amp;&amp;  node server.js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onsolas"/>
              </a:rPr>
              <a:t># Terminal 2 — Frontend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86EFAC"/>
                </a:solidFill>
                <a:latin typeface="Consolas"/>
              </a:rPr>
              <a:t>cd frontend  &amp;&amp;  npm run dev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350" b="1">
                <a:solidFill>
                  <a:srgbClr val="F3F4F6"/>
                </a:solidFill>
                <a:latin typeface="Calibri"/>
              </a:rPr>
              <a:t>URLs: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61DBFB"/>
                </a:solidFill>
                <a:latin typeface="Calibri"/>
              </a:rPr>
              <a:t>Frontend  →  http://localhost:5173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F97316"/>
                </a:solidFill>
                <a:latin typeface="Calibri"/>
              </a:rPr>
              <a:t>Backend   →  http://localhost:5000</a:t>
            </a:r>
          </a:p>
          <a:p>
            <a:pPr>
              <a:spcBef>
                <a:spcPts val="500"/>
              </a:spcBef>
            </a:pPr>
            <a:r>
              <a:rPr sz="1350" b="0">
                <a:solidFill>
                  <a:srgbClr val="9CA3AF"/>
                </a:solidFill>
                <a:latin typeface="Calibri"/>
              </a:rPr>
              <a:t>Health    →  /api/health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5212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64008" cy="52120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</a:rPr>
              <a:t>🎯  Demo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901952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01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91109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kholo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1671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localhost:5173 browser mein open karo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660904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6609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670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Stock Alerts dekho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926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7 alerts dikhenge — red/orange/yellow urgency 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419856"/>
            <a:ext cx="384048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4198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429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Alert select karo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6850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Kisi bhi card pe click karo — Transfer Panel khulega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178808"/>
            <a:ext cx="384048" cy="3840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788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187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Quantity confirm karo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4439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Default recommended qty hai, change bhi kar sakte 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93776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37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9469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Confirm Transfer dabao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52029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Success message aayega — stock update ho jaayega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696712"/>
            <a:ext cx="38404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6967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30712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570585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Transfers page dekho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59618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Saara history dikhega completed transfers 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Kyun Banaya? — Impact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CA3AF"/>
                </a:solidFill>
              </a:rPr>
              <a:t>Ek small project, ek badi problem ka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CA3AF"/>
                </a:solidFill>
              </a:rPr>
              <a:t>India mein har saal ₹92,000 crore ka food waste hota hai.
FoodRedist iska ek hissa rokne ki koshish karta hai.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Food Waste Kum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9864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Expiring items ko sahi store pe
bhejke waste eliminate karo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14884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148840"/>
            <a:ext cx="36576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Customer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9864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Fast stores mein stock kabhi
khatam nahi hoga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34340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343400"/>
            <a:ext cx="3657600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526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572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B308"/>
                </a:solidFill>
              </a:rPr>
              <a:t>Revenue Protect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09320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Jo item waste hota, usse bhi
bech ke revenue save karo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36576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72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Data-Driven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9320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Gut feeling nahi — algorithm
batata hai kya karna hai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653796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6537960"/>
            <a:ext cx="3657600" cy="6400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6720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6766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1DBFB"/>
                </a:solidFill>
              </a:rPr>
              <a:t>Real-Time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72877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Alert aaya, click kiya, transfer
hogaya — minutes mein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6537960"/>
            <a:ext cx="3657600" cy="1920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6537960"/>
            <a:ext cx="3657600" cy="6400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6720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6766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CA3AF"/>
                </a:solidFill>
              </a:rPr>
              <a:t>Future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7287768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Auto-transfer, ML predictions,
mobile app, multi-chain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14884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Shukriya!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</a:rPr>
              <a:t>FoodRedist — Perishable Food Stock Redistribution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547872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MongoDB + Express + React + Node.js  |  Velocity Engine  |  Real-time Alerts  |  Atomic Transfers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389120"/>
            <a:ext cx="7616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500">
                <a:solidFill>
                  <a:srgbClr val="9CA3AF"/>
                </a:solidFill>
              </a:rPr>
              <a:t>✅ Problem solve kiya: food waste + stock shortage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9CA3AF"/>
                </a:solidFill>
              </a:rPr>
              <a:t>✅ 3 MongoDB models, REST API, Velocity Engine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9CA3AF"/>
                </a:solidFill>
              </a:rPr>
              <a:t>✅ React dashboard with real-time alerts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9CA3AF"/>
                </a:solidFill>
              </a:rPr>
              <a:t>✅ 1-click transfer with audit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