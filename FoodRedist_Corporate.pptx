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57800" y="0"/>
            <a:ext cx="54864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19" y="914400"/>
            <a:ext cx="2011680" cy="2011680"/>
          </a:xfrm>
          <a:prstGeom prst="rect">
            <a:avLst/>
          </a:prstGeom>
          <a:solidFill>
            <a:srgbClr val="111C36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25879" y="594360"/>
            <a:ext cx="2651760" cy="2651760"/>
          </a:xfrm>
          <a:prstGeom prst="rect">
            <a:avLst/>
          </a:prstGeom>
          <a:solidFill>
            <a:srgbClr val="111C36"/>
          </a:solidFill>
          <a:ln w="1016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39" y="274320"/>
            <a:ext cx="3291840" cy="3291840"/>
          </a:xfrm>
          <a:prstGeom prst="rect">
            <a:avLst/>
          </a:prstGeom>
          <a:solidFill>
            <a:srgbClr val="111C36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7432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FoodRedist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54787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</a:rPr>
              <a:t>Perishable Food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95020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</a:rPr>
              <a:t>Redistribution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4389120" cy="2743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46634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8A"/>
                </a:solidFill>
              </a:rPr>
              <a:t>Team 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50474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Saurav  |  Tushar  |  Ankit  |  Samyank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5394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B.Tech Computer Science  |  2025–26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28016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A Smart Approach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73736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48A"/>
                </a:solidFill>
              </a:rPr>
              <a:t>Zero Food Waste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395728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E8F0"/>
                </a:solidFill>
              </a:rPr>
              <a:t>Using MERN Stack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01752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</a:rPr>
              <a:t>Real-time inventory tracking, automated velocity
analysis, and intelligent stock redistribution
across multiple stores — before items expire.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617720"/>
            <a:ext cx="1993392" cy="1143000"/>
          </a:xfrm>
          <a:prstGeom prst="rect">
            <a:avLst/>
          </a:prstGeom>
          <a:solidFill>
            <a:srgbClr val="16233A"/>
          </a:solidFill>
          <a:ln w="1016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473659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4C4C"/>
                </a:solidFill>
              </a:rPr>
              <a:t>₹92K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523036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Annual Food Waste India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54112" y="4617720"/>
            <a:ext cx="1993392" cy="1143000"/>
          </a:xfrm>
          <a:prstGeom prst="rect">
            <a:avLst/>
          </a:prstGeom>
          <a:solidFill>
            <a:srgbClr val="16233A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73659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</a:rPr>
              <a:t>30–40%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23036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Perishables Wasted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30384" y="4617720"/>
            <a:ext cx="1993392" cy="1143000"/>
          </a:xfrm>
          <a:prstGeom prst="rect">
            <a:avLst/>
          </a:prstGeom>
          <a:solidFill>
            <a:srgbClr val="16233A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0384" y="473659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D48A"/>
                </a:solidFill>
              </a:rPr>
              <a:t>MERN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523036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Tech Stack Used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Team  6  |  Saurav  |  Tushar  |  Ankit  |  Samyank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Presentation roadmap — 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4572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8A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4630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764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Overview of the project and its domain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12848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212848"/>
            <a:ext cx="45720" cy="7315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304288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3042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606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The core challenges in perishable food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54096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054096"/>
            <a:ext cx="4572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145536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1455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8A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14553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4472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Current approaches and their limitations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95344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895344"/>
            <a:ext cx="45720" cy="7315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986783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9867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86783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2885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FoodRedist — our intelligent redistribution platform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736592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736592"/>
            <a:ext cx="4572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828031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828031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8A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828031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5129783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System design and component interaction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577840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577840"/>
            <a:ext cx="45720" cy="7315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5669280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692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6692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MERN stack and supporting libraries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371600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1371600"/>
            <a:ext cx="4572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1463040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146304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8A"/>
                </a:solidFill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4032" y="14630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2" y="1764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Key modules, features and code structure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2212848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2212848"/>
            <a:ext cx="45720" cy="7315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2304288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2304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23042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4032" y="2606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Output, recommendations and transfer demo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3054096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3054096"/>
            <a:ext cx="4572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3145536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1455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8A"/>
                </a:solidFill>
              </a:rP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14032" y="314553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4032" y="34472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Technical and logistical hurdles we overcame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895344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3895344"/>
            <a:ext cx="45720" cy="7315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92240" y="3986783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39867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14032" y="3986783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4032" y="42885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Enhancements planned for next phase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4736592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736592"/>
            <a:ext cx="4572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92240" y="4828031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4828031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8A"/>
                </a:solidFill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4032" y="4828031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4032" y="5129783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Key takeaways and project impact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5577840"/>
            <a:ext cx="5577840" cy="7315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09360" y="5577840"/>
            <a:ext cx="45720" cy="7315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92240" y="5669280"/>
            <a:ext cx="475488" cy="475488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92240" y="56692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FF"/>
                </a:solidFill>
              </a:rP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14032" y="56692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14032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Open floor for questions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Understanding the domain — perishable food supply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11365992" cy="868680"/>
          </a:xfrm>
          <a:prstGeom prst="rect">
            <a:avLst/>
          </a:prstGeom>
          <a:solidFill>
            <a:srgbClr val="111C36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54864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2E8F0"/>
                </a:solidFill>
              </a:rPr>
              <a:t>FoodRedist is a full-stack MERN application designed to solve one of the most persistent challenges in the FMCG and grocery retail industry — perishable food items expiring unsold in slow-moving stores while fast-moving stores run out of stock. The platform tracks inventory in real-time, computes sales velocity per store, and generates intelligent transfer recommendations before items hit their expiry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77440"/>
            <a:ext cx="2788920" cy="356616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77440"/>
            <a:ext cx="2788920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871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514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</a:rPr>
              <a:t>Project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035808"/>
            <a:ext cx="24871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Grocery &amp; Retail Supply Chain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Multi-store Inventory Management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Perishable Goods Lifecycle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Last-mile food redistribution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2377440"/>
            <a:ext cx="2788920" cy="356616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2377440"/>
            <a:ext cx="278892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24871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514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FF"/>
                </a:solidFill>
              </a:rPr>
              <a:t>Core 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035808"/>
            <a:ext cx="24871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Track: Real-time stock monitoring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Analyze: Sales velocity per store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Recommend: Smart transfer alerts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Execute: 1-click stock movement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8504" y="2377440"/>
            <a:ext cx="2788920" cy="356616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2377440"/>
            <a:ext cx="27889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4871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514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Target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035808"/>
            <a:ext cx="24871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Grocery chain managers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Warehouse supervisors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Store inventory officers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Supply chain analysts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2015" y="2377440"/>
            <a:ext cx="2788920" cy="356616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72015" y="2377440"/>
            <a:ext cx="27889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24871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1824" y="2514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Project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7" y="3035808"/>
            <a:ext cx="24871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Backend REST API (Node/Express)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Mongoose data models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Velocity Engine algorithm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▸  React dashboard with dark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Why perishable food management is broken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11365992" cy="749808"/>
          </a:xfrm>
          <a:prstGeom prst="rect">
            <a:avLst/>
          </a:prstGeom>
          <a:solidFill>
            <a:srgbClr val="1A0808"/>
          </a:solidFill>
          <a:ln w="762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CA5A5"/>
                </a:solidFill>
              </a:rPr>
              <a:t>⚠️   India wastes ₹92,000 Crore worth of food annually — 40% of all perishables never reach the consumer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86000"/>
            <a:ext cx="5577840" cy="19202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54864" cy="192024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530352" cy="34747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23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Uneven Stock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852928"/>
            <a:ext cx="52303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Slow stores hold excess stock that will expire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Fast stores run dry causing lost sales daily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No automated cross-store balancing exists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5577840" cy="19202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54864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423160"/>
            <a:ext cx="53035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23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Real-Time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852928"/>
            <a:ext cx="52303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Inventory tracked manually via spreadsheets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Expiry dates not monitored proactively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Managers react after waste — not before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5577840" cy="19202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389120"/>
            <a:ext cx="54864" cy="19202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526280"/>
            <a:ext cx="530352" cy="34747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26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Zero Sales Velocity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956048"/>
            <a:ext cx="52303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Stores don't know their own sell-through rate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Cannot predict which items will expire unsold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No data to guide transfer decisions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389120"/>
            <a:ext cx="5577840" cy="19202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389120"/>
            <a:ext cx="54864" cy="19202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4526280"/>
            <a:ext cx="53035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526280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526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Manual &amp; Error-Prone Transfers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956048"/>
            <a:ext cx="52303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Transfer decisions based on intuition only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No audit trail of stock movements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94A3B8"/>
                </a:solidFill>
              </a:rPr>
              <a:t>→  Delays lead to spoilage and revenue loss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Current approaches and their critical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11365992" cy="457200"/>
          </a:xfrm>
          <a:prstGeom prst="rect">
            <a:avLst/>
          </a:prstGeom>
          <a:solidFill>
            <a:srgbClr val="111C36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99032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EXISTING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C4C"/>
                </a:solidFill>
              </a:rP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399032"/>
            <a:ext cx="40507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IMPACT ON 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01952"/>
            <a:ext cx="11365992" cy="804672"/>
          </a:xfrm>
          <a:prstGeom prst="rect">
            <a:avLst/>
          </a:prstGeom>
          <a:solidFill>
            <a:srgbClr val="16233A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01952"/>
            <a:ext cx="45720" cy="80467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Manual Spreadsheet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011680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CA5A5"/>
                </a:solidFill>
              </a:rPr>
              <a:t>Updated once a day — too slow for perishables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011680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DE68A"/>
                </a:solidFill>
              </a:rPr>
              <a:t>Items expire before action is taken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98064"/>
            <a:ext cx="11365992" cy="8046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798064"/>
            <a:ext cx="45720" cy="80467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07792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Visual Shelf Inspection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907792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CA5A5"/>
                </a:solidFill>
              </a:rPr>
              <a:t>Subjective — depends on individual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907792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DE68A"/>
                </a:solidFill>
              </a:rPr>
              <a:t>Inconsistent; misses slow-selling batches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694176"/>
            <a:ext cx="11365992" cy="804672"/>
          </a:xfrm>
          <a:prstGeom prst="rect">
            <a:avLst/>
          </a:prstGeom>
          <a:solidFill>
            <a:srgbClr val="16233A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694176"/>
            <a:ext cx="45720" cy="80467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03904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Basic POS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803904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CA5A5"/>
                </a:solidFill>
              </a:rPr>
              <a:t>Records sales but gives no redistribution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03904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DE68A"/>
                </a:solidFill>
              </a:rPr>
              <a:t>Data sits unused; no velocity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590288"/>
            <a:ext cx="11365992" cy="8046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590288"/>
            <a:ext cx="45720" cy="80467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700016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Email / Phone Coordination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700016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CA5A5"/>
                </a:solidFill>
              </a:rPr>
              <a:t>Slow, no audit trail, prone to miscommunication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700016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DE68A"/>
                </a:solidFill>
              </a:rPr>
              <a:t>Transfers delayed by hours or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86400"/>
            <a:ext cx="11365992" cy="804672"/>
          </a:xfrm>
          <a:prstGeom prst="rect">
            <a:avLst/>
          </a:prstGeom>
          <a:solidFill>
            <a:srgbClr val="16233A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486400"/>
            <a:ext cx="45720" cy="80467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596128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ERP Systems (SAP / Oracle)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559612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CA5A5"/>
                </a:solidFill>
              </a:rPr>
              <a:t>Expensive, rigid, not designed for perishables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5596128"/>
            <a:ext cx="3977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DE68A"/>
                </a:solidFill>
              </a:rPr>
              <a:t>SMEs cannot afford; poor expiry handling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1353312"/>
            <a:ext cx="18288" cy="498348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43800" y="1353312"/>
            <a:ext cx="18288" cy="498348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FoodRedist — Intelligent, automated, real-time redistribution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11365992" cy="658368"/>
          </a:xfrm>
          <a:prstGeom prst="rect">
            <a:avLst/>
          </a:prstGeom>
          <a:solidFill>
            <a:srgbClr val="062A1F"/>
          </a:solidFill>
          <a:ln w="889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1018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F3D0"/>
                </a:solidFill>
              </a:rPr>
              <a:t>✅   FoodRedist tracks inventory, computes daily sales velocity per store, flags expiring items, and recommends optimal stock transfers — all automated, all real-time.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3749039" cy="4251960"/>
          </a:xfrm>
          <a:prstGeom prst="rect">
            <a:avLst/>
          </a:prstGeom>
          <a:solidFill>
            <a:srgbClr val="16233A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48840"/>
            <a:ext cx="3749039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13432"/>
            <a:ext cx="868680" cy="3840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258568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07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8A"/>
                </a:solidFill>
              </a:rPr>
              <a:t>Real-Time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19272"/>
            <a:ext cx="3401568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Every store's current stock level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Expiry dates per batch &amp; SKU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Live sales velocity (units/day)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Automated expiry window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3050"/>
                </a:solidFill>
              </a:rPr>
              <a:t>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148840"/>
            <a:ext cx="3749039" cy="4251960"/>
          </a:xfrm>
          <a:prstGeom prst="rect">
            <a:avLst/>
          </a:prstGeom>
          <a:solidFill>
            <a:srgbClr val="16233A"/>
          </a:solidFill>
          <a:ln w="1016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148840"/>
            <a:ext cx="3749039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2313432"/>
            <a:ext cx="868680" cy="38404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31343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2" y="2258568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807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FF"/>
                </a:solidFill>
              </a:rPr>
              <a:t>Velocity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19272"/>
            <a:ext cx="3401568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Formula: daysToSellOut = stock ÷ velocity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Classifies each store as SLOW or FAST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Computes exact surplus units per store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Greedy algorithm matches slow→fast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3050"/>
                </a:solidFill>
              </a:rPr>
              <a:t>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2148840"/>
            <a:ext cx="3749039" cy="4251960"/>
          </a:xfrm>
          <a:prstGeom prst="rect">
            <a:avLst/>
          </a:prstGeom>
          <a:solidFill>
            <a:srgbClr val="16233A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2148840"/>
            <a:ext cx="3749039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58199" y="2313432"/>
            <a:ext cx="8686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199" y="231343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1" y="2258568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9" y="2807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Seamless Transfer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319272"/>
            <a:ext cx="3401568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1-click approval in dashboard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Atomic DB writes (no partial state)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Complete TransferLog audit trail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E2E8F0"/>
                </a:solidFill>
              </a:rPr>
              <a:t>▸  Stock counts update instantly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Three-tier architecture — Client, Server,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3749039" cy="5029200"/>
          </a:xfrm>
          <a:prstGeom prst="rect">
            <a:avLst/>
          </a:prstGeom>
          <a:solidFill>
            <a:srgbClr val="16233A"/>
          </a:solidFill>
          <a:ln w="1143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3749039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347472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8FF"/>
                </a:solidFill>
              </a:rPr>
              <a:t>PRESENTATION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0195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React.js 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63824"/>
            <a:ext cx="2834640" cy="2743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73552"/>
            <a:ext cx="33467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Vite + React 19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React Router DOM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Tailwind CSS (dark UI)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AppContext (global state)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useFetch custom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85031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</a:rPr>
              <a:t>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4187952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HTTP / 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53312"/>
            <a:ext cx="3749039" cy="5029200"/>
          </a:xfrm>
          <a:prstGeom prst="rect">
            <a:avLst/>
          </a:prstGeom>
          <a:solidFill>
            <a:srgbClr val="16233A"/>
          </a:solidFill>
          <a:ln w="1143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353312"/>
            <a:ext cx="3749039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463040"/>
            <a:ext cx="347472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463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8A"/>
                </a:solidFill>
              </a:rPr>
              <a:t>APPLICATION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90195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6517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Node.js + Express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3163824"/>
            <a:ext cx="2834640" cy="2743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273552"/>
            <a:ext cx="33467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REST API endpoints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Velocity Engine service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Controllers &amp; Routes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CORS middleware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Error handling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685031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</a:rPr>
              <a:t>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4187952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HTTP / 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353312"/>
            <a:ext cx="3749039" cy="5029200"/>
          </a:xfrm>
          <a:prstGeom prst="rect">
            <a:avLst/>
          </a:prstGeom>
          <a:solidFill>
            <a:srgbClr val="16233A"/>
          </a:solidFill>
          <a:ln w="1143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353312"/>
            <a:ext cx="3749039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66760" y="1463040"/>
            <a:ext cx="347472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1463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</a:rPr>
              <a:t>DATA 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90195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517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MongoDB Database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3163824"/>
            <a:ext cx="283464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3273552"/>
            <a:ext cx="33467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FoodItem collection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Store + Inventory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TransferLog collection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Mongoose ODM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</a:rPr>
              <a:t>◆  Atlas / Local MongoDB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6400800"/>
            <a:ext cx="9445752" cy="18288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327648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← →  Bidirectional data flow  |  JSON over HTTP  |  Vite Proxy (dev) / CORS (prod)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Complete technology stack with version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577840" cy="160020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54864" cy="1600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6420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17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MongoDB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554480"/>
            <a:ext cx="86868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5544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v8.0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928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286000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NoSQL document store. Stores FoodItem, Store &amp; TransferLog collections. Mongoose ODM provides schema validation and query helpers.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89888"/>
            <a:ext cx="5577840" cy="160020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89888"/>
            <a:ext cx="54864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66420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517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Express.js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554480"/>
            <a:ext cx="86868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5544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v4.19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8928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286000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Minimal Node.js web framework. Handles routing, middleware (CORS, JSON), and wires controllers to REST endpoints.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145536"/>
            <a:ext cx="5577840" cy="160020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145536"/>
            <a:ext cx="54864" cy="16002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41985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273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FF"/>
                </a:solidFill>
              </a:rPr>
              <a:t>React.js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3310128"/>
            <a:ext cx="86868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3101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v19.2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648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4041648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Component-based UI library. Context API manages global state; React Router DOM v6 handles SPA navigation between Dashboard &amp; Transfers.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145536"/>
            <a:ext cx="5577840" cy="160020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145536"/>
            <a:ext cx="54864" cy="160020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41985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273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8A063"/>
                </a:solidFill>
              </a:rPr>
              <a:t>Node.js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3310128"/>
            <a:ext cx="86868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33101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v20 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648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Runtime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041648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JavaScript runtime powering the Express server. ES Modules (import/export) used throughout for clean modular code.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01183"/>
            <a:ext cx="5577840" cy="160020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4901183"/>
            <a:ext cx="54864" cy="1600200"/>
          </a:xfrm>
          <a:prstGeom prst="rect">
            <a:avLst/>
          </a:prstGeom>
          <a:solidFill>
            <a:srgbClr val="BD3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5175503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02919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D34FE"/>
                </a:solidFill>
              </a:rPr>
              <a:t>Vite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5065775"/>
            <a:ext cx="86868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80" y="5065775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v8.0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40410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Build Tool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" y="5797296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Lightning-fast dev server with HMR. Configured with a /api proxy to forward frontend requests to the backend — no CORS issues in dev.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901183"/>
            <a:ext cx="5577840" cy="160020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4901183"/>
            <a:ext cx="54864" cy="16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5175503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502919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</a:rPr>
              <a:t>Tailwind CSS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760" y="5065775"/>
            <a:ext cx="868680" cy="320040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0" y="5065775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v3.4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540410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Styling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5797296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Utility-first CSS framework. Enables the dark theme dashboard with consistent spacing, colors, and responsive layout without custom CSS.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Key modules, folder structure and core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4114800" cy="516636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54864" cy="5166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📁  Project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858768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  <a:latin typeface="Consolas"/>
              </a:rPr>
              <a:t>food-redistribution-system/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A8FF"/>
                </a:solidFill>
                <a:latin typeface="Consolas"/>
              </a:rPr>
              <a:t>├── backend/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│   ├── config/db.js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5A623"/>
                </a:solidFill>
                <a:latin typeface="Consolas"/>
              </a:rPr>
              <a:t>│   ├── models/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│   │   ├── FoodItem.js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│   │   ├── Store.js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│   │   └── TransferLog.js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5A623"/>
                </a:solidFill>
                <a:latin typeface="Consolas"/>
              </a:rPr>
              <a:t>│   ├── controllers/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│   │   └── inventoryController.js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D48A"/>
                </a:solidFill>
                <a:latin typeface="Consolas"/>
              </a:rPr>
              <a:t>│   ├── services/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D48A"/>
                </a:solidFill>
                <a:latin typeface="Consolas"/>
              </a:rPr>
              <a:t>│   │   └── velocityEngine.js ⭐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5A623"/>
                </a:solidFill>
                <a:latin typeface="Consolas"/>
              </a:rPr>
              <a:t>│   ├── routes/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│   └── server.js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A8FF"/>
                </a:solidFill>
                <a:latin typeface="Consolas"/>
              </a:rPr>
              <a:t>└── frontend/src/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    ├── components/dashboard/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    ├── context/AppContext.jsx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Consolas"/>
              </a:rPr>
              <a:t>    └── pages/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353312"/>
            <a:ext cx="7068312" cy="23774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353312"/>
            <a:ext cx="54864" cy="23774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14173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🧮  Velocity Engine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828800"/>
            <a:ext cx="67482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onsolas"/>
              </a:rPr>
              <a:t>1.  Fetch FoodItems expiring within N days (default: 3)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onsolas"/>
              </a:rPr>
              <a:t>2.  For each item, query all stores carrying that item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onsolas"/>
              </a:rPr>
              <a:t>3.  Compute:  daysToSellOut = currentStock / salesVelocity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onsolas"/>
              </a:rPr>
              <a:t>4.  SLOW store:  daysToSellOut &gt; daysUntilExpiry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onsolas"/>
              </a:rPr>
              <a:t>     surplus = stock − (velocity × daysLeft)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onsolas"/>
              </a:rPr>
              <a:t>5.  FAST store:  velocity ≥ threshold AND stock ≤ guard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onsolas"/>
              </a:rPr>
              <a:t>     demandGap = (velocity × daysLeft) − stock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onsolas"/>
              </a:rPr>
              <a:t>6.  Greedy match:  slow surplus  →  fast demand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886200"/>
            <a:ext cx="7068312" cy="2633472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886200"/>
            <a:ext cx="54864" cy="2633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395020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🌐  REST API 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4608" y="4343400"/>
            <a:ext cx="65836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434340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3525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/api/inventory/recommendations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4352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Run velocity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4764024"/>
            <a:ext cx="658368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4764024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773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/api/inventory/transfer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47731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Execute stock transfer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64608" y="5184648"/>
            <a:ext cx="65836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5184648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1937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/api/inventory/transfers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51937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Transfer 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4608" y="5605272"/>
            <a:ext cx="658368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560527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56144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/api/stores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56144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All stores + inventory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6025896"/>
            <a:ext cx="658368" cy="2926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8" y="602589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</a:rPr>
              <a:t>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6035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/api/stores/:id/velocity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Update sales velocity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System output — recommendations generated from seed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2788920" cy="1261872"/>
          </a:xfrm>
          <a:prstGeom prst="rect">
            <a:avLst/>
          </a:prstGeom>
          <a:solidFill>
            <a:srgbClr val="16233A"/>
          </a:solidFill>
          <a:ln w="1143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2788920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8A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2140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Expiring Items
Detected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353312"/>
            <a:ext cx="2788920" cy="1261872"/>
          </a:xfrm>
          <a:prstGeom prst="rect">
            <a:avLst/>
          </a:prstGeom>
          <a:solidFill>
            <a:srgbClr val="16233A"/>
          </a:solidFill>
          <a:ln w="1143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353312"/>
            <a:ext cx="278892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48132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A8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12140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Stores
Analyzed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1353312"/>
            <a:ext cx="2788920" cy="1261872"/>
          </a:xfrm>
          <a:prstGeom prst="rect">
            <a:avLst/>
          </a:prstGeom>
          <a:solidFill>
            <a:srgbClr val="16233A"/>
          </a:solidFill>
          <a:ln w="1143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8504" y="1353312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48132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12140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Transfer
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2015" y="1353312"/>
            <a:ext cx="2788920" cy="1261872"/>
          </a:xfrm>
          <a:prstGeom prst="rect">
            <a:avLst/>
          </a:prstGeom>
          <a:solidFill>
            <a:srgbClr val="16233A"/>
          </a:solidFill>
          <a:ln w="1143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72015" y="1353312"/>
            <a:ext cx="278892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5" y="148132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5" y="212140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Items
Wasted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788920"/>
            <a:ext cx="11365992" cy="384048"/>
          </a:xfrm>
          <a:prstGeom prst="rect">
            <a:avLst/>
          </a:prstGeom>
          <a:solidFill>
            <a:srgbClr val="111C36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28346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1528" y="28346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FROM (SLOW)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1848" y="28346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TO (FAST)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7" y="283464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QTY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2834640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EXPIRES 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264408"/>
            <a:ext cx="11365992" cy="411480"/>
          </a:xfrm>
          <a:prstGeom prst="rect">
            <a:avLst/>
          </a:prstGeom>
          <a:solidFill>
            <a:srgbClr val="16233A"/>
          </a:solidFill>
          <a:ln w="254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264408"/>
            <a:ext cx="45720" cy="4114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32841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Greek Yogurt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4952" y="332841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Downtown Fresh (1 u/d)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272" y="3328415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North Side Market (30 u/d)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3328415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8A"/>
                </a:solidFill>
              </a:rPr>
              <a:t>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328415"/>
            <a:ext cx="19933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C4C"/>
                </a:solidFill>
              </a:rPr>
              <a:t>1.5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712463"/>
            <a:ext cx="11365992" cy="411480"/>
          </a:xfrm>
          <a:prstGeom prst="rect">
            <a:avLst/>
          </a:prstGeom>
          <a:solidFill>
            <a:srgbClr val="111C36"/>
          </a:solidFill>
          <a:ln w="254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712463"/>
            <a:ext cx="45720" cy="4114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7764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Greek Yogurt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4952" y="37764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Downtown Fresh (1 u/d)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5272" y="37764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West Loop Grocer (15 u/d)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3776472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8A"/>
                </a:solidFill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72" y="3776472"/>
            <a:ext cx="19933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C4C"/>
                </a:solidFill>
              </a:rPr>
              <a:t>1.5 days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160520"/>
            <a:ext cx="11365992" cy="411480"/>
          </a:xfrm>
          <a:prstGeom prst="rect">
            <a:avLst/>
          </a:prstGeom>
          <a:solidFill>
            <a:srgbClr val="16233A"/>
          </a:solidFill>
          <a:ln w="254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4160520"/>
            <a:ext cx="45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2245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Whole Milk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4952" y="42245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Downtown Fresh (2 u/d)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05272" y="42245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North Side Market (40 u/d)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5592" y="4224528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8A"/>
                </a:solidFill>
              </a:rPr>
              <a:t>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20072" y="4224528"/>
            <a:ext cx="19933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</a:rPr>
              <a:t>2.0 days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608576"/>
            <a:ext cx="11365992" cy="411480"/>
          </a:xfrm>
          <a:prstGeom prst="rect">
            <a:avLst/>
          </a:prstGeom>
          <a:solidFill>
            <a:srgbClr val="111C36"/>
          </a:solidFill>
          <a:ln w="254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4608576"/>
            <a:ext cx="45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467258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Whole Milk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4952" y="467258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Downtown Fresh (2 u/d)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05272" y="467258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West Loop Grocer (18 u/d)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5592" y="4672584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8A"/>
                </a:solidFill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0072" y="4672584"/>
            <a:ext cx="19933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</a:rPr>
              <a:t>2.0 days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056631"/>
            <a:ext cx="11365992" cy="411480"/>
          </a:xfrm>
          <a:prstGeom prst="rect">
            <a:avLst/>
          </a:prstGeom>
          <a:solidFill>
            <a:srgbClr val="16233A"/>
          </a:solidFill>
          <a:ln w="254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" y="5056631"/>
            <a:ext cx="45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51206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Cheddar Cheese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4952" y="51206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Downtown Fresh (1 u/d)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5272" y="51206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North Side Market (20 u/d)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5592" y="5120640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8A"/>
                </a:solidFill>
              </a:rPr>
              <a:t>45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20072" y="5120640"/>
            <a:ext cx="19933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</a:rPr>
              <a:t>2.5 days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504688"/>
            <a:ext cx="11365992" cy="411480"/>
          </a:xfrm>
          <a:prstGeom prst="rect">
            <a:avLst/>
          </a:prstGeom>
          <a:solidFill>
            <a:srgbClr val="111C36"/>
          </a:solidFill>
          <a:ln w="254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1480" y="5504688"/>
            <a:ext cx="45720" cy="4114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556869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Sourdough Bread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4952" y="556869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Downtown Fresh (0 u/d)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05272" y="556869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North Side Market (25 u/d)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65592" y="556869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8A"/>
                </a:solidFill>
              </a:rPr>
              <a:t>19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20072" y="5568696"/>
            <a:ext cx="19933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C4C"/>
                </a:solidFill>
              </a:rPr>
              <a:t>1.0 day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5952744"/>
            <a:ext cx="11365992" cy="411480"/>
          </a:xfrm>
          <a:prstGeom prst="rect">
            <a:avLst/>
          </a:prstGeom>
          <a:solidFill>
            <a:srgbClr val="16233A"/>
          </a:solidFill>
          <a:ln w="254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1480" y="5952744"/>
            <a:ext cx="45720" cy="4114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352" y="601675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Sourdough Bread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44952" y="601675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Downtown Fresh (0 u/d)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05272" y="601675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West Loop Grocer (22 u/d)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65592" y="6016752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8A"/>
                </a:solidFill>
              </a:rPr>
              <a:t>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20072" y="6016752"/>
            <a:ext cx="19933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C4C"/>
                </a:solidFill>
              </a:rPr>
              <a:t>1.0 day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Technical and design hurdles encountered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577840" cy="23317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54864" cy="233172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99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C4C"/>
                </a:solidFill>
              </a:rPr>
              <a:t>⚙️  MongoDB Transactions on Standalone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956816"/>
            <a:ext cx="5266944" cy="18288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0482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C4C"/>
                </a:solidFill>
              </a:rPr>
              <a:t>⚠ Problem: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048256"/>
            <a:ext cx="52669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Mongoose session transactions require a replica set. Local standalone MongoDB threw: 'Transaction numbers only allowed on replica set member'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807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8A"/>
                </a:solidFill>
              </a:rPr>
              <a:t>✔ Resolution: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07208"/>
            <a:ext cx="5266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Replaced session-based transaction with sequential atomic $inc operations. Each write uses its own MongoDB query-level atomicity. Atlas (replica set) will support full transactions.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89888"/>
            <a:ext cx="5577840" cy="23317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89888"/>
            <a:ext cx="54864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99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🌐  Atlas DNS / Network Block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1956816"/>
            <a:ext cx="5266944" cy="18288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C4C"/>
                </a:solidFill>
              </a:rPr>
              <a:t>⚠ Problem: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048256"/>
            <a:ext cx="52669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querySrv ECONNREFUSED on MongoDB Atlas SRV record. Port 27017 blocked by ISP/firewall — Test-NetConnection returned False.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807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8A"/>
                </a:solidFill>
              </a:rPr>
              <a:t>✔ Resolution: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807208"/>
            <a:ext cx="5266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Switched to local MongoDB for development. Atlas URI preserved in .env for production. IP whitelisting (0.0.0.0/0) documented as prerequisite.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5577840" cy="23317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54864" cy="23317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41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FF"/>
                </a:solidFill>
              </a:rPr>
              <a:t>🔄  CORS / Failed to Fetch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" y="4498848"/>
            <a:ext cx="5266944" cy="18288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C4C"/>
                </a:solidFill>
              </a:rPr>
              <a:t>⚠ Problem: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4590288"/>
            <a:ext cx="52669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Frontend calling http://localhost:5000/api directly caused 'Failed to fetch' errors when ports mismatched or backend was down.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5349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8A"/>
                </a:solidFill>
              </a:rPr>
              <a:t>✔ Resolution: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349240"/>
            <a:ext cx="5266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Added Vite server.proxy in vite.config.js to forward /api → localhost:5000. Frontend now uses relative /api path — no CORS issues, no hardcoded URLs.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931920"/>
            <a:ext cx="5577840" cy="233172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931920"/>
            <a:ext cx="54864" cy="2331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041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📊  Velocity Classification Edge Cases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3952" y="4498848"/>
            <a:ext cx="5266944" cy="18288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C4C"/>
                </a:solidFill>
              </a:rPr>
              <a:t>⚠ Problem: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590288"/>
            <a:ext cx="52669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salesVelocity = 0 caused division-by-zero in daysToSellOut formula. Also needed to handle items already expired (negative daysUntilExpiry).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349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8A"/>
                </a:solidFill>
              </a:rPr>
              <a:t>✔ Resolution: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5349240"/>
            <a:ext cx="5266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Guard: velocity=0 → daysToSellOut = Infinity (will never sell). Skip items where daysUntilExpiry ≤ 0 in the engine loop.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Next-phase enhancements and product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3749039" cy="5074920"/>
          </a:xfrm>
          <a:prstGeom prst="rect">
            <a:avLst/>
          </a:prstGeom>
          <a:solidFill>
            <a:srgbClr val="16233A"/>
          </a:solidFill>
          <a:ln w="1016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3749039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Phase 1
Near-Term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93392"/>
            <a:ext cx="3200400" cy="27432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12140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3113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21284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Auto-Transfer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65176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System automatically executes approved low-risk transfers without manual confirmation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3872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64845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63016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0690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React Native app for store managers to approve transfers on the 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95604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0657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04748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Push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48640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Real-time SMS/email alerts when items enter the critical expiry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1353312"/>
            <a:ext cx="3749039" cy="5074920"/>
          </a:xfrm>
          <a:prstGeom prst="rect">
            <a:avLst/>
          </a:prstGeom>
          <a:solidFill>
            <a:srgbClr val="16233A"/>
          </a:solidFill>
          <a:ln w="1016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1353312"/>
            <a:ext cx="3749039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4173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FF"/>
                </a:solidFill>
              </a:rPr>
              <a:t>Phase 2
Mid-Term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1993392"/>
            <a:ext cx="3200400" cy="27432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212140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223113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221284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ML Velocity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265176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LSTM model to predict future sales velocity based on seasonal patterns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353872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64845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363016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40690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Historical waste reduction reports, ROI metrics, and trend charts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80" y="495604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2" y="50657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504748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ERP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548640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REST connectors for SAP, Tally, and popular POS systems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19" y="1353312"/>
            <a:ext cx="3749039" cy="5074920"/>
          </a:xfrm>
          <a:prstGeom prst="rect">
            <a:avLst/>
          </a:prstGeom>
          <a:solidFill>
            <a:srgbClr val="16233A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19" y="1353312"/>
            <a:ext cx="3749039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19" y="14173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Phase 3
Long-Term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1993392"/>
            <a:ext cx="3200400" cy="27432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58199" y="212140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1" y="223113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6567" y="221284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Multi-Chain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1351" y="265176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Manage thousands of stores across multiple grocery chains from one platform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199" y="353872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31351" y="364845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6567" y="363016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Logistics Optimization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1351" y="40690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Route optimization for physical transfer trucks using Google Maps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199" y="4956048"/>
            <a:ext cx="3401568" cy="1261872"/>
          </a:xfrm>
          <a:prstGeom prst="rect">
            <a:avLst/>
          </a:prstGeom>
          <a:solidFill>
            <a:srgbClr val="111C36"/>
          </a:solidFill>
          <a:ln w="381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31351" y="50657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♻️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6567" y="504748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NGO / Food Bank Connect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1351" y="548640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Redirect unsellable items to food banks automatically before expiry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Summary of what we built, learned, and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0972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11365992" cy="804672"/>
          </a:xfrm>
          <a:prstGeom prst="rect">
            <a:avLst/>
          </a:prstGeom>
          <a:solidFill>
            <a:srgbClr val="062A1F"/>
          </a:solidFill>
          <a:ln w="889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1">
                <a:solidFill>
                  <a:srgbClr val="A7F3D0"/>
                </a:solidFill>
              </a:rPr>
              <a:t>"  FoodRedist demonstrates that a well-designed MERN stack application can solve a real-world supply chain problem — intelligently, efficiently, and at scale.  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31720"/>
            <a:ext cx="5577840" cy="12344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331720"/>
            <a:ext cx="54864" cy="1234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41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</a:rPr>
              <a:t>✅  Problem 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39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Automated identification of surplus stock in slow stores and matching with fast-selling stores before expiry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5577840" cy="12344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331720"/>
            <a:ext cx="54864" cy="12344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41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FF"/>
                </a:solidFill>
              </a:rPr>
              <a:t>✅  Technology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39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Full MERN stack with Mongoose models, Express REST API, Velocity Engine service, and React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21608"/>
            <a:ext cx="5577840" cy="12344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721608"/>
            <a:ext cx="54864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313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✅  Algorithm 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Greedy velocity-based classification: daysToSellOut vs daysUntilExpiry to compute surplus and demand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21608"/>
            <a:ext cx="5577840" cy="12344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21608"/>
            <a:ext cx="54864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8313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✅  Data Integrity Ensured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24528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Atomic MongoDB operations for all transfer writes — no partial state; complete TransferLog audit trail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111496"/>
            <a:ext cx="5577840" cy="12344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111496"/>
            <a:ext cx="54864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221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✅  Real Results Achieved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14416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7 transfer recommendations generated from seed data — 4 items, 3 stores, 0 projected waste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5111496"/>
            <a:ext cx="5577840" cy="1234440"/>
          </a:xfrm>
          <a:prstGeom prst="rect">
            <a:avLst/>
          </a:prstGeom>
          <a:solidFill>
            <a:srgbClr val="16233A"/>
          </a:solidFill>
          <a:ln w="508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5111496"/>
            <a:ext cx="54864" cy="1234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221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✅  Learnings Gained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614416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Replica set transactions, Vite proxy config, velocity edge cases, CORS handling, and COM-based PDF 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Team 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662940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629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37076" y="1371600"/>
            <a:ext cx="4114800" cy="4114800"/>
          </a:xfrm>
          <a:prstGeom prst="rect">
            <a:avLst/>
          </a:prstGeom>
          <a:noFill/>
          <a:ln w="762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31436" y="1965960"/>
            <a:ext cx="2926080" cy="2926080"/>
          </a:xfrm>
          <a:prstGeom prst="rect">
            <a:avLst/>
          </a:prstGeom>
          <a:noFill/>
          <a:ln w="762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71516" y="2606040"/>
            <a:ext cx="1645920" cy="1645920"/>
          </a:xfrm>
          <a:prstGeom prst="rect">
            <a:avLst/>
          </a:prstGeom>
          <a:noFill/>
          <a:ln w="762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92024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0F2A1F"/>
                </a:solidFill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417320"/>
            <a:ext cx="12188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Questions &amp;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2057400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94A3B8"/>
                </a:solidFill>
              </a:rPr>
              <a:t>Open floor — we welcome your questions!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633472"/>
            <a:ext cx="5788152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2788920"/>
            <a:ext cx="12188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D48A"/>
                </a:solidFill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4290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4A3B8"/>
                </a:solidFill>
              </a:rPr>
              <a:t>for your time and attention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041648"/>
            <a:ext cx="6702552" cy="1664208"/>
          </a:xfrm>
          <a:prstGeom prst="rect">
            <a:avLst/>
          </a:prstGeom>
          <a:solidFill>
            <a:srgbClr val="111C36"/>
          </a:solidFill>
          <a:ln w="1143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133087"/>
            <a:ext cx="6702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8A"/>
                </a:solidFill>
              </a:rPr>
              <a:t>Team 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553712"/>
            <a:ext cx="4873752" cy="27432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617720"/>
            <a:ext cx="6702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Saurav          Tushar          Ankit          Samyank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047488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</a:rPr>
              <a:t>B.Tech Computer Science  |  2025–26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8064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FoodRedist — Perishable Food Stock Redistribution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88952" cy="228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638544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Team  6  |  Saurav  |  Tushar  |  Ankit  |  Samyank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